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cuatro pedidos de la reunión del 5/10 y en qué están. Todo el KMC corre en Serafín (4 nodos de 64</a:t>
            </a:r>
          </a:p>
          <a:p>
            <a:r>
              <a:t>núcleos reservados por 48 h); los loops que deciden dónde medir corren en Mendieta y mandan las tandas solos.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Puntos de KMC terminados por g (sin contar los pseudo-puntos que salen de corridas cortadas por tiempo).</a:t>
            </a:r>
          </a:p>
          <a:p>
            <a:r>
              <a:t>Los negativos más avanzados: g = −4 y g = −2. Los nuevos g = −5 a −8 están en su primera tanda (30 puntos</a:t>
            </a:r>
          </a:p>
          <a:p>
            <a:r>
              <a:t>de la grilla). Las tandas de bisección son chicas (3-4 puntos) porque cada una depende de la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Reconstrucción con lo que hay hoy (mismo método: borde + cero abajo + TPS + monotonía, sin DIP todavía).</a:t>
            </a:r>
          </a:p>
          <a:p>
            <a:r>
              <a:t>Todavía en curso: las zonas con escalones (g = −3) son donde faltan puntos, y es justamente donde el loop</a:t>
            </a:r>
          </a:p>
          <a:p>
            <a:r>
              <a:t>está mandando la bisección. En los cuatro el borde del KMC tiene la misma inclinación que el del continuo.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g más negativos son los que pidieron agregar. Se verificó que el KMC acepta g = −8 (parametros.dat).</a:t>
            </a:r>
          </a:p>
          <a:p>
            <a:r>
              <a:t>Primero la grilla de 30 (5 filas × 6 columnas); después el loop sigue solo con la bisección.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Mismo procedimiento; g = +3 es el más avanzado de los positivos.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Pedido de la reunión: correr una imagen entera de g = −4 a 64 × 64 (no 128) para ver el diagrama en crudo.</a:t>
            </a:r>
          </a:p>
          <a:p>
            <a:r>
              <a:t>3392 corridas, 1 réplica por punto, repartidas en 4 nodos de Serafín con prioridad baja para no frenar los</a:t>
            </a:r>
          </a:p>
          <a:p>
            <a:r>
              <a:t>loops. Arriba a la izquierda ya aparece la franja de log Ξ ≥ 1.4 con SoC ≈ 0 (la anomalía de Ξ alto que</a:t>
            </a:r>
          </a:p>
          <a:p>
            <a:r>
              <a:t>consultamos); abajo del borde da 0 como en el continuo.</a:t>
            </a:r>
          </a:p>
          <a:p>
            <a:r>
              <a:t>Cuando termine: mapa crudo, continuo, diferencia; y el error de la reconstrucción de 96 puntos contra esta</a:t>
            </a:r>
          </a:p>
          <a:p>
            <a:r>
              <a:t>imagen (la primera medida de error contra KMC completo, no contra el continuo).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Pedido: más de 10 puntos de control, y en los lugares más sensibles o que más difieren del continuo.</a:t>
            </a:r>
          </a:p>
          <a:p>
            <a:r>
              <a:t>Ahora son 32 por g: 75 % sorteados con peso (puntaje)^2, a 4 píxeles como mínimo de los medidos y entre sí;</a:t>
            </a:r>
          </a:p>
          <a:p>
            <a:r>
              <a:t>el resto al azar. log ℓ ≥ −2.7 para que terminen. Con 10 al azar en g = −4 el RMS era 0.027; con este</a:t>
            </a:r>
          </a:p>
          <a:p>
            <a:r>
              <a:t>esquema el error en la zona crítica va a ser mayor, que es lo honesto.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método se mide contra el continuo porque ahí está la imagen completa. 10 sorteos al azar por g.</a:t>
            </a:r>
          </a:p>
          <a:p>
            <a:r>
              <a:t>Al azar con TPS común da lo mismo (±0.4 dB): la ganancia viene de dónde caen los puntos, no de la</a:t>
            </a:r>
          </a:p>
          <a:p>
            <a:r>
              <a:t>reconstrucción. Con g negativo el frente es abrupto y al azar casi nadie cae cerca: el azar queda en ~19-20 dB</a:t>
            </a:r>
          </a:p>
          <a:p>
            <a:r>
              <a:t>desde g = −4 para abajo, el procedimiento en ~51.</a:t>
            </a:r>
          </a:p>
          <a:p>
            <a:r>
              <a:t>Con KMC: con la grilla 64×64 de g = −4 se puede hacer lo mismo sorteando 96 puntos de la grilla.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Próximos pasos.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B73"/>
                </a:solidFill>
                <a:latin typeface="Calibri"/>
              </a:rPr>
              <a:t>KMC en 13 valores de g y la grilla 64×64 de g = −4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404040"/>
                </a:solidFill>
                <a:latin typeface="Calibri"/>
              </a:rPr>
              <a:t>Lo pedido en la reunión del 5/10: imagen en crudo, control en las zonas críticas, g = −8 a 4 con KMC, y elegir vs. azar  ·  Santiago Afonso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Lo que quedó de la reunión del 5/10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estado de cada pedido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064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5120640"/>
                <a:gridCol w="2377440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pedido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qué se hizo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estado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Grilla 64×64 de g = −4 con KMC, en crudo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3392 puntos (log ℓ ≥ −3), 1 corrida por punto, en 4 nodos de Serafín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corriendo: 122 terminados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Más puntos de control, donde más importa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32 por g (eran 10): 24 sobre la zona crítica + 8 al azar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listo; se corre al cerrar cada 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g = −8 a 4, de a 1, con KMC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13 loops con el mismo procedimiento (96 puntos por 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corriendo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¿Sirve elegir los puntos?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procedimiento vs. 96 puntos al azar, misma reconstrucción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hecho (en el continuo)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g = −8 a 4 con KMC: avance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96 puntos por g, mismo procedimiento que g = −4 y g = +3</a:t>
            </a:r>
          </a:p>
        </p:txBody>
      </p:sp>
      <p:pic>
        <p:nvPicPr>
          <p:cNvPr id="4" name="Picture 3" descr="avance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04416"/>
            <a:ext cx="7680960" cy="44378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58200" y="1645920"/>
            <a:ext cx="310896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B73"/>
                </a:solidFill>
                <a:latin typeface="Calibri"/>
              </a:rPr>
              <a:t>Cómo corre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Un loop por g: grilla de 30 → bisección sobre el borde → relleno.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Cada tanda es un paso dentro de un nodo de Serafín; al terminar, el loop elige la siguiente.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g = −5 a −8 arrancaron el 5/10 con su grilla de 30.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Al llegar a 96 se corren los 32 de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g negativos con KMC: g = −1 a −4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arriba el mapa con los puntos de KMC de hoy (x roja: corriendo) · abajo el continuo, solo de referencia</a:t>
            </a:r>
          </a:p>
        </p:txBody>
      </p:sp>
      <p:pic>
        <p:nvPicPr>
          <p:cNvPr id="4" name="Picture 3" descr="kmc_neg_1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53" y="1463040"/>
            <a:ext cx="1078361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g = −5 a −8 con KMC: primera tanda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la grilla de 30 puntos (x rojas) corre desde el 5/10 · abajo el continuo de cada g</a:t>
            </a:r>
          </a:p>
        </p:txBody>
      </p:sp>
      <p:pic>
        <p:nvPicPr>
          <p:cNvPr id="4" name="Picture 3" descr="kmc_neg_5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53" y="1463040"/>
            <a:ext cx="1078361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g = 0 a 4 con KMC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arriba el mapa con los puntos de KMC de hoy · abajo el continuo (referencia)</a:t>
            </a:r>
          </a:p>
        </p:txBody>
      </p:sp>
      <p:pic>
        <p:nvPicPr>
          <p:cNvPr id="4" name="Picture 3" descr="kmc_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22120"/>
            <a:ext cx="11430000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Grilla 64×64 de g = −4 con KMC, en crudo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todos los puntos de la grilla, sin planificador ni reconstrucción · en curso</a:t>
            </a:r>
          </a:p>
        </p:txBody>
      </p:sp>
      <p:pic>
        <p:nvPicPr>
          <p:cNvPr id="4" name="Picture 3" descr="grid64_par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06" y="1417320"/>
            <a:ext cx="6231466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645920"/>
            <a:ext cx="41605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B73"/>
                </a:solidFill>
                <a:latin typeface="Calibri"/>
              </a:rPr>
              <a:t>Cómo se corre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64 × 64 = 4096 puntos; las columnas con log ℓ &lt; −3 no se corren (una corrida tarda días): quedan 3392.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Se empieza por lo lento (ℓ chico): lo que se ve son las primeras columnas.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Terminados: 122 · corriendo: 256.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Para qué: ver el mapa sin interpolar y tener una imagen completa de KMC para medir las reconstrucciones de 96 puntos.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Control nuevo: 32 puntos, centrados donde más importa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ejemplo con los puntos de hoy de g = −4 · se corren con KMC y se comparan con el mapa</a:t>
            </a:r>
          </a:p>
        </p:txBody>
      </p:sp>
      <p:pic>
        <p:nvPicPr>
          <p:cNvPr id="4" name="Picture 3" descr="control_critico_g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3696"/>
            <a:ext cx="6766560" cy="52050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19" y="1645920"/>
            <a:ext cx="3977639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B73"/>
                </a:solidFill>
                <a:latin typeface="Calibri"/>
              </a:rPr>
              <a:t>Cómo se eligen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Puntaje crítico = cuánto difiere la reconstrucción del continuo + cuánto cambia el mapa (gradiente).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24 puntos (x) sorteados con peso en ese puntaje: cubren todo el frente, no solo el máximo.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8 puntos (+) al azar en todo el mapa.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El error se informa por separado: en la zona crítica y al azar.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¿Sirve elegir los puntos? Procedimiento vs. el mismo número al azar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medido en el continuo, el único lugar con imagen completa · 96 puntos, ruido tipo KMC, misma reconstrucción</a:t>
            </a:r>
          </a:p>
        </p:txBody>
      </p:sp>
      <p:pic>
        <p:nvPicPr>
          <p:cNvPr id="4" name="Picture 3" descr="vs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095" y="1463040"/>
            <a:ext cx="9987328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04040"/>
                </a:solidFill>
                <a:latin typeface="Calibri"/>
              </a:rPr>
              <a:t>Con g &lt; 0 elegir suma 14 a 32 dB; con g ≥ 2, 3 a 5 dB.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Con KMC se repite en g = −4 cuando esté la grilla 64×64.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Cómo sigue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200"/>
              </a:spcAft>
              <a:buChar char="•"/>
            </a:pPr>
            <a:r>
              <a:rPr sz="1700" b="1" i="0">
                <a:solidFill>
                  <a:srgbClr val="404040"/>
                </a:solidFill>
                <a:latin typeface="Calibri"/>
              </a:rPr>
              <a:t>Nodos: </a:t>
            </a:r>
            <a:r>
              <a:rPr sz="1700" b="0" i="0">
                <a:solidFill>
                  <a:srgbClr val="404040"/>
                </a:solidFill>
                <a:latin typeface="Calibri"/>
              </a:rPr>
              <a:t>los 4 de Serafín vencen el 7/10; ya están pedidos los 4 de relevo y los loops y la grilla pasan solos.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700" b="1" i="0">
                <a:solidFill>
                  <a:srgbClr val="404040"/>
                </a:solidFill>
                <a:latin typeface="Calibri"/>
              </a:rPr>
              <a:t>Cada g al llegar a 96: </a:t>
            </a:r>
            <a:r>
              <a:rPr sz="1700" b="0" i="0">
                <a:solidFill>
                  <a:srgbClr val="404040"/>
                </a:solidFill>
                <a:latin typeface="Calibri"/>
              </a:rPr>
              <a:t>mapa final (con DIP) y control de 32 puntos.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700" b="1" i="0">
                <a:solidFill>
                  <a:srgbClr val="404040"/>
                </a:solidFill>
                <a:latin typeface="Calibri"/>
              </a:rPr>
              <a:t>Grilla 64×64: </a:t>
            </a:r>
            <a:r>
              <a:rPr sz="1700" b="0" i="0">
                <a:solidFill>
                  <a:srgbClr val="404040"/>
                </a:solidFill>
                <a:latin typeface="Calibri"/>
              </a:rPr>
              <a:t>mapa crudo, diferencia con el continuo y error de la reconstrucción de 96 puntos contra KMC completo.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700" b="1" i="0">
                <a:solidFill>
                  <a:srgbClr val="404040"/>
                </a:solidFill>
                <a:latin typeface="Calibri"/>
              </a:rPr>
              <a:t>Para la reunión: </a:t>
            </a:r>
            <a:r>
              <a:rPr sz="1700" b="0" i="0">
                <a:solidFill>
                  <a:srgbClr val="404040"/>
                </a:solidFill>
                <a:latin typeface="Calibri"/>
              </a:rPr>
              <a:t>los 13 mapas de KMC lado a lado y cómo cambia el borde con 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