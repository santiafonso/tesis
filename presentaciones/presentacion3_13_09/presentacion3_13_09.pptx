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B73"/>
                </a:solidFill>
              </a:defRPr>
            </a:pPr>
            <a:r>
              <a:t>Reconstruccion del diagrama de fases con Deep Image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Reducir la cantidad de puntos necesarios  ·  tercera entrega  ·  Santiago Afonso  ·  16/09/2026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Que quedo de la reunion del 9/9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Cinco cosas, siempre apuntando a reducir la cantidad de puntos que hacen falta para reconstruir el mapa: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1.  Una distribucion de muestreo 'absurdamente uniforme': grilla 2D regular, sin azar.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2.  Contar cuantos puntos de una mascara uniforme caen en la frontera, y cruzarlo con que tan buena sale la reconstruccion.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3.  Correr las distintas distribuciones de muestreo en el regimen de g negativo.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4.  Trazar la frontera real (conocida, del modelo del continuo) sobre las reconstrucciones, para ver donde se desvian.</a:t>
            </a:r>
          </a:p>
          <a:p>
            <a:pPr>
              <a:spcAft>
                <a:spcPts val="500"/>
              </a:spcAft>
              <a:defRPr sz="1800">
                <a:solidFill>
                  <a:srgbClr val="404040"/>
                </a:solidFill>
              </a:defRPr>
            </a:pPr>
            <a:r>
              <a:t>5.  g negativo es el caso mas comun/real -&gt; ahi se juega la confiabilidad.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1 · Una familia de mascara nueva: grid</a:t>
            </a:r>
          </a:p>
        </p:txBody>
      </p:sp>
      <p:pic>
        <p:nvPicPr>
          <p:cNvPr id="3" name="Picture 2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371600"/>
            <a:ext cx="73152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grid: grilla 2D regular de paso fijo (round(sqrt(H*W/N)) por eje), sin azar -- ninguna informacion sobre donde esta la frontera. Mismo N que las otras 4 familias para cada fraccion observada.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2 · Cuantos puntos en la frontera hacen falta para una reconstruccion confiable</a:t>
            </a:r>
          </a:p>
        </p:txBody>
      </p:sp>
      <p:pic>
        <p:nvPicPr>
          <p:cNvPr id="3" name="Picture 2" descr="psnr_vs_frontier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16" y="1280160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Fidelidad final vs. cuantos puntos de la mascara caen sobre la frontera (no el total observado). Circulo=uniform, triangulo=frontier_mix; color=g. 225 corridas.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Las 5 distribuciones en el regimen de g negativo (225 corridas)</a:t>
            </a:r>
          </a:p>
        </p:txBody>
      </p:sp>
      <p:pic>
        <p:nvPicPr>
          <p:cNvPr id="3" name="Picture 2" descr="psnr_vs_pct_by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719" y="1188720"/>
            <a:ext cx="6133513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PSNR final vs. % observado, una diapositiva por g, 5 lineas (uniform, grid, spread, frontier, frontier_mix).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PSNR promedio por g y familia (sobre los 5 mf)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784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874519"/>
                <a:gridCol w="1874519"/>
                <a:gridCol w="1874519"/>
                <a:gridCol w="1874519"/>
                <a:gridCol w="1874519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frontier_mix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26.7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32.8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34.3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36.0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frontier puro es un desastre en todo el rango (~10-12 dB): concentrar todo en la frontera deja las mesetas sin puntos.</a:t>
            </a:r>
          </a:p>
          <a:p>
            <a:pPr>
              <a:defRPr sz="1100" i="1">
                <a:solidFill>
                  <a:srgbClr val="404040"/>
                </a:solidFill>
              </a:defRPr>
            </a:pPr>
            <a:r>
              <a:t>grid (sin ningun conocimiento de la frontera) le gana a frontier_mix (la estrategia disenada a mano) en la mayoria de los g, sobre todo g &gt;= -2. frontier_mix solo se impone en los g mas duros (-4.0, -3.5).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Ejemplo: g = -0.5 (frente suave) -- grid le gana por mucho a frontier_mix</a:t>
            </a:r>
          </a:p>
        </p:txBody>
      </p:sp>
      <p:pic>
        <p:nvPicPr>
          <p:cNvPr id="3" name="Picture 2" descr="montage_g-0.5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2% observado (mf=0.980). grid: PSNR 42.3 / SSIM 0.989. frontier_mix: PSNR 28.5 / SSIM 0.689 -- se ve manchado, textura de ruido lejos de la frontera.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3 · Ejemplo: g = -4.0 (frente abrupto, el caso dificil) -- se invierte</a:t>
            </a:r>
          </a:p>
        </p:txBody>
      </p:sp>
      <p:pic>
        <p:nvPicPr>
          <p:cNvPr id="3" name="Picture 2" descr="montage_g-4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2% observado. Aca frontier_mix (22.3 dB) le gana a grid (25.0 dB en PSNR pero con artefacto de escalones -- ver punto 4). frontier puro colapsa (9.8 dB): sin puntos en las mesetas, DIP alucina textura ahi.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4 · Overlay de la frontera real sobre las reconstrucciones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La frontera real se calcula del soc.npy denso (el modelo del continuo, no hace falta 'a mano' con el mouse): mismo metodo que dip.frontier_mask (|grad SoC| suavizado, contorno al percentil 90).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Se superpone esa curva (linea verde) sobre la reconstruccion de cada familia, para ver a ojo donde el DIP se desvia de la posicion real del frente -- diagnostico visual, no una metrica numerica nueva.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IMPORTANTE: esto es solo el overlay/diagnostico. Falta ver si conviene ir un paso mas -- usar esa frontera conocida para corregir/suavizar la reconstruccion (no solo mostrarla encima). Eso todavia no esta hecho.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4 · g = -1.0 (frente moderado): la reconstruccion sigue la frontera real casi perfecto</a:t>
            </a:r>
          </a:p>
        </p:txBody>
      </p:sp>
      <p:pic>
        <p:nvPicPr>
          <p:cNvPr id="3" name="Picture 2" descr="montage_g-1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Linea verde = frontera real. uniform, grid y frontier_mix pegan a la curva en todo el recorrido -- desviacion practicamente invisible a esta escala.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B73"/>
                </a:solidFill>
              </a:defRPr>
            </a:pPr>
            <a:r>
              <a:t>4 · g = -4.0 (frente abrupto): aparece un patron de escalones</a:t>
            </a:r>
          </a:p>
        </p:txBody>
      </p:sp>
      <p:pic>
        <p:nvPicPr>
          <p:cNvPr id="3" name="Picture 2" descr="montage_g-4.0_mf0.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" y="2666047"/>
            <a:ext cx="11795760" cy="2211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Comparando con la linea verde: incluso las familias 'buenas' (uniform, grid, spread) meten un dentado en vez de la diagonal lisa real. frontier_mix es la que menos dientes muestra en este regimen.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grid (una grilla regular, sin ningun conocimiento de la frontera) es sorprendentemente competitiva -- le gana a la estrategia disenada a mano (frontier_mix) en la mayoria de los regimenes de g negativo.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frontier_mix solo se justifica en los casos mas duros (g &lt;= -3.5) y con densidad de puntos moderada -- no es una mejora universal.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Concentrar puntos solo en la frontera (familia frontier) sigue siendo lo peor que se puede hacer, en cualquier g: las mesetas quedan sin fijar.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El overlay confirma un patron nuevo: en frentes abruptos, incluso las reconstrucciones buenas por PSNR/SSIM muestran un artefacto de escalones que esas metricas no capturan bien.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B73"/>
                </a:solidFill>
              </a:defRPr>
            </a:pPr>
            <a:r>
              <a:t>Lo que falta y lo que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Punto 4, a confirmar: si la idea era ademas CORREGIR la reconstruccion usando la frontera conocida (no solo mostrarla encima), eso todavia no esta implementado.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Falta una metrica de error restringida a la banda de frontera (las metricas actuales son de la imagen completa y las dominan las mesetas).</a:t>
            </a: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404040"/>
                </a:solidFill>
              </a:defRPr>
            </a:pPr>
            <a:r>
              <a:t>Pasar de los mapas del continuo a puntos KMC reales sigue pendiente.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