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41.1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41.1 de media, 37.2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41.1</a:t>
                      </a:r>
                    </a:p>
                  </a:txBody>
                  <a:tcPr/>
                </a:tc>
                <a:tc>
                  <a:txBody>
                    <a:bodyPr/>
                    <a:lstStyle/>
                    <a:p>
                      <a:pPr>
                        <a:defRPr sz="1200" b="0"/>
                      </a:pPr>
                      <a:r>
                        <a:t>37.2</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