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41.1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41.1 de media, 37.2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41.1</a:t>
                      </a:r>
                    </a:p>
                  </a:txBody>
                  <a:tcPr/>
                </a:tc>
                <a:tc>
                  <a:txBody>
                    <a:bodyPr/>
                    <a:lstStyle/>
                    <a:p>
                      <a:pPr>
                        <a:defRPr sz="1200" b="0"/>
                      </a:pPr>
                      <a:r>
                        <a:t>37.2</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152144"/>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bl>
          </a:graphicData>
        </a:graphic>
      </p:graphicFrame>
      <p:sp>
        <p:nvSpPr>
          <p:cNvPr id="4" name="TextBox 3"/>
          <p:cNvSpPr txBox="1"/>
          <p:nvPr/>
        </p:nvSpPr>
        <p:spPr>
          <a:xfrm>
            <a:off x="731520" y="2615184"/>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~0.7 dB, más en el peor g, y sobre todo en SSIM: DIP filtra el ruido que la TPS copia punto a punto.</a:t>
            </a:r>
          </a:p>
          <a:p>
            <a:pPr>
              <a:defRPr sz="1200" i="1">
                <a:solidFill>
                  <a:srgbClr val="404040"/>
                </a:solidFill>
              </a:defRPr>
            </a:pPr>
            <a:r>
              <a:t>Guarda con ruido: 0.02 + 2σ.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