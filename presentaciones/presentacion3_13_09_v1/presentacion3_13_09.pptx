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B73"/>
                </a:solidFill>
              </a:defRPr>
            </a:pPr>
            <a:r>
              <a:t>Reconstruccion del diagrama de fases con Deep Image Prior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38328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404040"/>
                </a:solidFill>
              </a:defRPr>
            </a:pPr>
            <a:r>
              <a:t>Reducir la cantidad de puntos necesarios  ·  tercera entrega  ·  Santiago Afonso  ·  16/09/2026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B73"/>
                </a:solidFill>
              </a:defRPr>
            </a:pPr>
            <a:r>
              <a:t>Que quedo de la reunion del 9/9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r>
              <a:t>Cinco cosas, siempre apuntando a reducir la cantidad de puntos que hacen falta para reconstruir el mapa:</a:t>
            </a:r>
          </a:p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r>
              <a:t>1.  Una distribucion de muestreo 'absurdamente uniforme': grilla 2D regular, sin azar.</a:t>
            </a:r>
          </a:p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r>
              <a:t>2.  Contar cuantos puntos de una mascara uniforme caen en la frontera, y cruzarlo con que tan buena sale la reconstruccion.</a:t>
            </a:r>
          </a:p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r>
              <a:t>3.  Correr las distintas distribuciones de muestreo en el regimen de g negativo.</a:t>
            </a:r>
          </a:p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r>
              <a:t>4.  Trazar la frontera real (conocida, del modelo del continuo) sobre las reconstrucciones, para ver donde se desvian.</a:t>
            </a:r>
          </a:p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r>
              <a:t>5.  g negativo es el caso mas comun/real -&gt; ahi se juega la confiabilidad.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t>1 · Una familia de mascara nueva: grid</a:t>
            </a:r>
          </a:p>
        </p:txBody>
      </p:sp>
      <p:pic>
        <p:nvPicPr>
          <p:cNvPr id="3" name="Picture 2" descr="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6" y="1371600"/>
            <a:ext cx="7315200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t>grid: grilla 2D regular de paso fijo (round(sqrt(H*W/N)) por eje), sin azar -- ninguna informacion sobre donde esta la frontera. Mismo N que las otras 4 familias para cada fraccion observada.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t>1 · Reconstrucciones con la familia grid (2% observado)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07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3B73"/>
                </a:solidFill>
              </a:defRPr>
            </a:pPr>
            <a:r>
              <a:t>g = -4.0 -- frente abrupto (el caso mas dificil)</a:t>
            </a:r>
          </a:p>
        </p:txBody>
      </p:sp>
      <p:pic>
        <p:nvPicPr>
          <p:cNvPr id="4" name="Picture 3" descr="comparison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5486400" cy="1543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63640" y="1307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3B73"/>
                </a:solidFill>
              </a:defRPr>
            </a:pPr>
            <a:r>
              <a:t>g = -2.0 -- frente intermedio</a:t>
            </a:r>
          </a:p>
        </p:txBody>
      </p:sp>
      <p:pic>
        <p:nvPicPr>
          <p:cNvPr id="6" name="Picture 5" descr="comparison_annot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00200"/>
            <a:ext cx="5486400" cy="1543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3192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3B73"/>
                </a:solidFill>
              </a:defRPr>
            </a:pPr>
            <a:r>
              <a:t>g = -1.0 -- frente suave</a:t>
            </a:r>
          </a:p>
        </p:txBody>
      </p:sp>
      <p:pic>
        <p:nvPicPr>
          <p:cNvPr id="8" name="Picture 7" descr="comparison_annota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11880"/>
            <a:ext cx="5486400" cy="15430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33192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3B73"/>
                </a:solidFill>
              </a:defRPr>
            </a:pPr>
            <a:r>
              <a:t>g = 0.0 -- sin interaccion (g=0)</a:t>
            </a:r>
          </a:p>
        </p:txBody>
      </p:sp>
      <p:pic>
        <p:nvPicPr>
          <p:cNvPr id="10" name="Picture 9" descr="comparison_annota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611880"/>
            <a:ext cx="5486400" cy="1543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t>2 · Cuantos puntos en la frontera hacen falta para una reconstruccion confiable</a:t>
            </a:r>
          </a:p>
        </p:txBody>
      </p:sp>
      <p:pic>
        <p:nvPicPr>
          <p:cNvPr id="3" name="Picture 2" descr="psnr_vs_frontier_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116" y="1280160"/>
            <a:ext cx="652272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t>Fidelidad final vs. cuantos puntos de la mascara caen sobre la frontera (no el total observado). Circulo=uniform, triangulo=frontier_mix; color=g. 225 corridas.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t>3 · Las 5 distribuciones en el regimen de g negativo (225 corridas)</a:t>
            </a:r>
          </a:p>
        </p:txBody>
      </p:sp>
      <p:pic>
        <p:nvPicPr>
          <p:cNvPr id="3" name="Picture 2" descr="psnr_vs_pct_by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246055" cy="5074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6355080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04040"/>
                </a:solidFill>
              </a:defRPr>
            </a:pPr>
            <a:r>
              <a:t>PSNR final vs. % observado, una por g, 5 lineas (uniform, grid, spread, frontier, frontier_mix).</a:t>
            </a:r>
          </a:p>
        </p:txBody>
      </p:sp>
      <p:pic>
        <p:nvPicPr>
          <p:cNvPr id="5" name="Picture 4" descr="comparison_annot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600200"/>
            <a:ext cx="4434840" cy="12472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52360" y="1307592"/>
            <a:ext cx="4434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3B73"/>
                </a:solidFill>
              </a:defRPr>
            </a:pPr>
            <a:r>
              <a:t>g=-4.0, 2% obs. -- grid</a:t>
            </a:r>
          </a:p>
        </p:txBody>
      </p:sp>
      <p:pic>
        <p:nvPicPr>
          <p:cNvPr id="7" name="Picture 6" descr="comparison_annota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4206240"/>
            <a:ext cx="4434840" cy="12472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52360" y="3913631"/>
            <a:ext cx="4434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3B73"/>
                </a:solidFill>
              </a:defRPr>
            </a:pPr>
            <a:r>
              <a:t>g=-4.0, 2% obs. -- frontier_mix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t>3 · PSNR promedio por g y familia (sobre los 5 mf)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37843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874519"/>
                <a:gridCol w="1874519"/>
                <a:gridCol w="1874519"/>
                <a:gridCol w="1874519"/>
                <a:gridCol w="1874519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uniform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spread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frontier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frontier_mix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-4.0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26.7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-3.5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25.2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-3.0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30.9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-2.5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32.8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-2.0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34.3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-1.5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33.3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-1.0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33.1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-0.5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41.0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36.0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+0.0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40.6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25.6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33.8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3949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404040"/>
                </a:solidFill>
              </a:defRPr>
            </a:pPr>
            <a:r>
              <a:t>frontier puro es un desastre en todo el rango (~10-12 dB): concentrar todo en la frontera deja las mesetas sin puntos.</a:t>
            </a:r>
          </a:p>
          <a:p>
            <a:pPr>
              <a:defRPr sz="1100" i="1">
                <a:solidFill>
                  <a:srgbClr val="404040"/>
                </a:solidFill>
              </a:defRPr>
            </a:pPr>
            <a:r>
              <a:t>grid (sin ningun conocimiento de la frontera) le gana a frontier_mix (la estrategia disenada a mano) en la mayoria de los g, sobre todo g &gt;= -2. frontier_mix solo se impone en los g mas duros (-4.0, -3.5).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t>3 · Ejemplo: g = -0.5 (frente suave) -- grid le gana por mucho a frontier_mix</a:t>
            </a:r>
          </a:p>
        </p:txBody>
      </p:sp>
      <p:pic>
        <p:nvPicPr>
          <p:cNvPr id="3" name="Picture 2" descr="montage_g-0.5_mf0.9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5" y="2666047"/>
            <a:ext cx="11795760" cy="22117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t>2% observado (mf=0.980). grid: PSNR 42.3 / SSIM 0.989. frontier_mix: PSNR 28.5 / SSIM 0.689 -- se ve manchado, textura de ruido lejos de la frontera.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t>3 · Ejemplo: g = -4.0 (frente abrupto, el caso dificil) -- se invierte</a:t>
            </a:r>
          </a:p>
        </p:txBody>
      </p:sp>
      <p:pic>
        <p:nvPicPr>
          <p:cNvPr id="3" name="Picture 2" descr="montage_g-4.0_mf0.9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5" y="2666047"/>
            <a:ext cx="11795760" cy="22117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t>2% observado. Aca frontier_mix (22.3 dB) le gana a grid (25.0 dB en PSNR pero con artefacto de escalones -- ver punto 4). frontier puro colapsa (9.8 dB): sin puntos en las mesetas, DIP alucina textura ahi.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B73"/>
                </a:solidFill>
              </a:defRPr>
            </a:pPr>
            <a:r>
              <a:t>4 · Overlay de la frontera real sobre las reconstrucciones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t>La frontera real se calcula del soc.npy denso (el modelo del continuo, no hace falta 'a mano' con el mouse): mismo metodo que dip.frontier_mask (|grad SoC| suavizado, contorno al percentil 90).</a:t>
            </a: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t>Se superpone esa curva (linea verde) sobre la reconstruccion de cada familia, para ver a ojo donde el DIP se desvia de la posicion real del frente -- diagnostico visual, no una metrica numerica nueva.</a:t>
            </a: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t>IMPORTANTE: esto es solo el overlay/diagnostico. Falta ver si conviene ir un paso mas -- usar esa frontera conocida para corregir/suavizar la reconstruccion (no solo mostrarla encima). Eso todavia no esta hecho.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t>4 · g = -1.0 (frente moderado): la reconstruccion sigue la frontera real casi perfecto</a:t>
            </a:r>
          </a:p>
        </p:txBody>
      </p:sp>
      <p:pic>
        <p:nvPicPr>
          <p:cNvPr id="3" name="Picture 2" descr="montage_g-1.0_mf0.9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5" y="2666047"/>
            <a:ext cx="11795760" cy="22117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t>Linea verde = frontera real. uniform, grid y frontier_mix pegan a la curva en todo el recorrido -- desviacion practicamente invisible a esta escala.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t>4 · g = -4.0 (frente abrupto): aparece un patron de escalones</a:t>
            </a:r>
          </a:p>
        </p:txBody>
      </p:sp>
      <p:pic>
        <p:nvPicPr>
          <p:cNvPr id="3" name="Picture 2" descr="montage_g-4.0_mf0.9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5" y="2666047"/>
            <a:ext cx="11795760" cy="22117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t>Comparando con la linea verde: incluso las familias 'buenas' (uniform, grid, spread) meten un dentado en vez de la diagonal lisa real. frontier_mix es la que menos dientes muestra en este regimen.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B73"/>
                </a:solidFill>
              </a:defRPr>
            </a:pPr>
            <a: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t>grid (una grilla regular, sin ningun conocimiento de la frontera) es sorprendentemente competitiva -- le gana a la estrategia disenada a mano (frontier_mix) en la mayoria de los regimenes de g negativo.</a:t>
            </a: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t>frontier_mix solo se justifica en los casos mas duros (g &lt;= -3.5) y con densidad de puntos moderada -- no es una mejora universal.</a:t>
            </a: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t>Concentrar puntos solo en la frontera (familia frontier) sigue siendo lo peor que se puede hacer, en cualquier g: las mesetas quedan sin fijar.</a:t>
            </a: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t>El overlay confirma un patron nuevo: en frentes abruptos, incluso las reconstrucciones buenas por PSNR/SSIM muestran un artefacto de escalones que esas metricas no capturan bien.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B73"/>
                </a:solidFill>
              </a:defRPr>
            </a:pPr>
            <a:r>
              <a:t>Lo que falta y lo que sigue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t>Punto 4, a confirmar: si la idea era ademas CORREGIR la reconstruccion usando la frontera conocida (no solo mostrarla encima), eso todavia no esta implementado.</a:t>
            </a: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t>Falta una metrica de error restringida a la banda de frontera (las metricas actuales son de la imagen completa y las dominan las mesetas).</a:t>
            </a: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t>Pasar de los mapas del continuo a puntos KMC reales sigue pendiente.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B73"/>
                </a:solidFill>
              </a:defRPr>
            </a:pPr>
            <a:r>
              <a:t>Extra (fuera de los 5 puntos): ¿ventana chica y densa en vez de puntos por toda la imagen?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t>Idea explorada en la misma sesion (no pedida por el director): en vez de repartir pocos puntos por toda la imagen, concentrarlos en una ventana chica alrededor del codo de la frontera -- reconstruir solo ahi con DIP y empalmar el resto de la imagen sin tocar.</a:t>
            </a:r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404040"/>
                </a:solidFill>
              </a:defRPr>
            </a:pPr>
            <a:r>
              <a:t>Se probaron 4 variantes en g=-4.0 (el caso mas duro): una franja de 64px siguiendo toda la curva, un cuadrado 64x64 con los puntos que le tocaban de la mascara grid global, el mismo cuadrado con puntos generados a proposito para esa ventana, y un cuadrado 32x32 real con extrapolacion de la recta fuera de la ventana (turno anterior de hoy: la extrapolacion asume una recta, pero la frontera real se curva en meseta vertical/horizontal fuera de la zona angosta).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t>Extra: PSNR/SSIM de cada variante (imagen completa, g=-4.0)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7724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188720"/>
                <a:gridCol w="1188720"/>
                <a:gridCol w="1188720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Variante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N 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SSIM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Global (referencia, grid, 90 pts)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0.963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Franja 64px sobre toda la curva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0.935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Cuadrado 64x64, pts heredados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0.863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  + REG_NOISE_STD=0.08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0.957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Cuadrado 64x64, pts A PROPOSITO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0.846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Cuadrado 32x32 + extrapolacion recta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0.811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242816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404040"/>
                </a:solidFill>
              </a:defRPr>
            </a:pPr>
            <a:r>
              <a:t>Ninguna variante le gana claramente al global -- y ninguna le gana al hallazgo mas simple de la sesion (subir REG_NOISE_STD a 0.08 en la imagen COMPLETA, sin ventana, ya lleva a grid/120pts a 27.2 dB).</a:t>
            </a:r>
          </a:p>
          <a:p>
            <a:pPr>
              <a:defRPr sz="1100" i="1">
                <a:solidFill>
                  <a:srgbClr val="404040"/>
                </a:solidFill>
              </a:defRPr>
            </a:pPr>
            <a:r>
              <a:t>Achicar la ventana (32x32) o extrapolar mas alla de ella empeora: la frontera real no es una recta fuera de la zona angosta.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t>Extra: como se ve -- ventana concentrada vs. extrapolacion</a:t>
            </a:r>
          </a:p>
        </p:txBody>
      </p:sp>
      <p:pic>
        <p:nvPicPr>
          <p:cNvPr id="3" name="Picture 2" descr="window_comparison_sq64_reg0.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041" y="1234440"/>
            <a:ext cx="6960870" cy="2651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9319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04040"/>
                </a:solidFill>
              </a:defRPr>
            </a:pPr>
            <a:r>
              <a:t>Cuadrado 64x64 con los puntos heredados de la mascara grid + REG_NOISE_STD=0.08: PSNR 24.2, SSIM 0.957 -- practicamente empata al global.</a:t>
            </a:r>
          </a:p>
        </p:txBody>
      </p:sp>
      <p:pic>
        <p:nvPicPr>
          <p:cNvPr id="5" name="Picture 4" descr="quadrant_extrapolate_comparison_ultimo_32x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161" y="4297680"/>
            <a:ext cx="504063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04040"/>
                </a:solidFill>
              </a:defRPr>
            </a:pPr>
            <a:r>
              <a:t>Cuadrado 32x32 (36 pts) + recta extrapolada fuera de la ventana: PSNR 18.6, SSIM 0.811 -- la recta no sigue la curvatura real de la meseta.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B73"/>
                </a:solidFill>
              </a:defRPr>
            </a:pPr>
            <a:r>
              <a:t>Extra: REG_NOISE_STD en las 3 mejores familias, en 3 g (cluster)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t>El hallazgo de REG_NOISE_STD=0.08 (arregla las 'manchas' de sobreajuste con pocos puntos) se probo hasta ahora solo en grid. Se extendio a las 3 familias mas relevantes (grid, uniform, frontier_mix) en 3 g representativos (-4.0 duro, -2.0 medio, -0.5 suave), 2% observado -- 27 corridas en el cluster.</a:t>
            </a: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t>Resultado inesperado: frontier_mix (la familia que peor y mas erraticamente rendia) es la que MAS se beneficia -- pasa de ser la peor de las 3 a la mejor por lejos con reg=0.08, en los 3 g (+15 a +24 dB de salto). grid y uniform mejoran mucho menos, y grid incluso empeora un poco en el g mas duro (-4.0).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t>Extra: PSNR por familia, g y REG_NOISE_STD</a:t>
            </a:r>
          </a:p>
        </p:txBody>
      </p:sp>
      <p:pic>
        <p:nvPicPr>
          <p:cNvPr id="3" name="Picture 2" descr="psnr_by_family_g_r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" y="1805939"/>
            <a:ext cx="1152144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t>mf=0.980 (~328 pts). frontier_mix (antes la peor) se vuelve la mejor familia con reg=0.08 en los 3 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t>Extra: frontier_mix en g=-0.5 -- antes y despues de reg=0.08</a:t>
            </a:r>
          </a:p>
        </p:txBody>
      </p:sp>
      <p:pic>
        <p:nvPicPr>
          <p:cNvPr id="3" name="Picture 2" descr="comparison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356" y="1234440"/>
            <a:ext cx="8778240" cy="2468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7490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04040"/>
                </a:solidFill>
              </a:defRPr>
            </a:pPr>
            <a:r>
              <a:t>reg=0.01 (default anterior): PSNR 26.7, SSIM 0.711 -- manchas de sobreajuste en la meseta negra.</a:t>
            </a:r>
          </a:p>
        </p:txBody>
      </p:sp>
      <p:pic>
        <p:nvPicPr>
          <p:cNvPr id="5" name="Picture 4" descr="comparison_annot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316" y="4114800"/>
            <a:ext cx="7640319" cy="21488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04040"/>
                </a:solidFill>
              </a:defRPr>
            </a:pPr>
            <a:r>
              <a:t>reg=0.08: PSNR 51.1, SSIM 0.997 -- +24 dB, meseta limpia, error solo pegado al borde.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t>Extra: tocar el learning rate (LR) en el regimen de MUY pocos puntos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694944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REG_NOISE_STD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SSIM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0.001 (default)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0.01 (default)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0.609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0.0005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0.567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0.0005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0.567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0.685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0.828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0.868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242816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404040"/>
                </a:solidFill>
              </a:defRPr>
            </a:pPr>
            <a:r>
              <a:t>g=-4.0, grid, mf=0.995 (~82 pts, el caso mas disperso corrido hasta ahora).</a:t>
            </a:r>
          </a:p>
          <a:p>
            <a:pPr>
              <a:defRPr sz="1100" i="1">
                <a:solidFill>
                  <a:srgbClr val="404040"/>
                </a:solidFill>
              </a:defRPr>
            </a:pPr>
            <a:r>
              <a:t>El 'combo clasico' del paper de DIP (LR bajo + ruido bajo) fue lo PEOR de todo lo probado. Lo que si ayuda: subir el ruido de regularizacion (misma direccion que el hallazgo de reg=0.08) o subir un poco el LR -- ambos mejoran PSNR y SSIM sin agregar puntos.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